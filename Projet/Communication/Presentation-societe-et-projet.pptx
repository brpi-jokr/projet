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34587" autoAdjust="0"/>
    <p:restoredTop sz="94660" autoAdjust="0"/>
  </p:normalViewPr>
  <p:slideViewPr>
    <p:cSldViewPr snapToGrid="0">
      <p:cViewPr varScale="1">
        <p:scale>
          <a:sx n="91" d="100"/>
          <a:sy n="91" d="100"/>
        </p:scale>
        <p:origin x="44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12/18/2017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algn="r" eaLnBrk="1" latinLnBrk="0" hangingPunct="1"/>
            <a:fld id="{96652B35-718D-4E28-AFEB-B694A3B357E8}" type="slidenum">
              <a:rPr kumimoji="0" lang="en-US" smtClean="0"/>
              <a:pPr algn="r" eaLnBrk="1" latinLnBrk="0" hangingPunct="1"/>
              <a:t>‹N°›</a:t>
            </a:fld>
            <a:endParaRPr kumimoji="0"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12/18/2017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12/18/2017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12/18/2017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algn="l" eaLnBrk="1" latinLnBrk="0" hangingPunct="1"/>
            <a:fld id="{C3F416CD-67A3-4CF0-A210-F6AF31AC147F}" type="datetimeFigureOut">
              <a:rPr lang="en-US" smtClean="0"/>
              <a:pPr algn="l" eaLnBrk="1" latinLnBrk="0" hangingPunct="1"/>
              <a:t>12/18/2017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r" eaLnBrk="1" latinLnBrk="0" hangingPunct="1"/>
            <a:fld id="{96652B35-718D-4E28-AFEB-B694A3B357E8}" type="slidenum">
              <a:rPr kumimoji="0" lang="en-US" smtClean="0"/>
              <a:pPr algn="r" eaLnBrk="1" latinLnBrk="0" hangingPunct="1"/>
              <a:t>‹N°›</a:t>
            </a:fld>
            <a:endParaRPr kumimoji="0"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12/18/2017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96652B35-718D-4E28-AFEB-B694A3B357E8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12/18/2017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12/18/2017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12/18/2017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12/18/2017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12/18/2017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 algn="l" eaLnBrk="1" latinLnBrk="0" hangingPunct="1"/>
            <a:fld id="{C3F416CD-67A3-4CF0-A210-F6AF31AC147F}" type="datetimeFigureOut">
              <a:rPr lang="en-US" smtClean="0"/>
              <a:pPr algn="l" eaLnBrk="1" latinLnBrk="0" hangingPunct="1"/>
              <a:t>12/18/2017</a:t>
            </a:fld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 algn="r" eaLnBrk="1" latinLnBrk="0" hangingPunct="1"/>
            <a:endParaRPr kumimoji="0" lang="en-US" sz="800" dirty="0">
              <a:solidFill>
                <a:schemeClr val="accent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6652B35-718D-4E28-AFEB-B694A3B357E8}" type="slidenum">
              <a:rPr kumimoji="0" lang="en-US" smtClean="0"/>
              <a:pPr algn="r" eaLnBrk="1" latinLnBrk="0" hangingPunct="1"/>
              <a:t>‹N°›</a:t>
            </a:fld>
            <a:endParaRPr kumimoji="0" lang="en-US" sz="1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Présentation ATOUTPROTECT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 la </a:t>
            </a:r>
            <a:r>
              <a:rPr lang="fr-FR" dirty="0"/>
              <a:t>société</a:t>
            </a:r>
            <a:r>
              <a:rPr lang="en-US" dirty="0"/>
              <a:t> </a:t>
            </a:r>
            <a:r>
              <a:rPr lang="en-US" dirty="0" err="1"/>
              <a:t>Jok’R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5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société </a:t>
            </a:r>
            <a:r>
              <a:rPr lang="fr-FR" dirty="0">
                <a:sym typeface="Wingdings" pitchFamily="2" charset="2"/>
              </a:rPr>
              <a:t> qui sommes nous ?</a:t>
            </a:r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7658590"/>
              </p:ext>
            </p:extLst>
          </p:nvPr>
        </p:nvGraphicFramePr>
        <p:xfrm>
          <a:off x="399536" y="2974417"/>
          <a:ext cx="82296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Alexandre BATTAGGIA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Maxime ALRIVIE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fr-FR" dirty="0"/>
                        <a:t>Le vieux </a:t>
                      </a:r>
                      <a:r>
                        <a:rPr lang="fr-FR" dirty="0">
                          <a:sym typeface="Wingdings" pitchFamily="2" charset="2"/>
                        </a:rPr>
                        <a:t> l’expérience</a:t>
                      </a:r>
                      <a:r>
                        <a:rPr lang="fr-FR" baseline="0" dirty="0">
                          <a:sym typeface="Wingdings" pitchFamily="2" charset="2"/>
                        </a:rPr>
                        <a:t>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dirty="0"/>
                        <a:t>Le jeune </a:t>
                      </a:r>
                      <a:r>
                        <a:rPr lang="fr-FR" dirty="0">
                          <a:sym typeface="Wingdings" pitchFamily="2" charset="2"/>
                        </a:rPr>
                        <a:t> la vivacité 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4"/>
                      <a:r>
                        <a:rPr lang="fr-FR" dirty="0"/>
                        <a:t>Systèmes et Réseaux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28800" marR="0" lvl="4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Systèmes et Réseaux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83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itre 1"/>
          <p:cNvSpPr txBox="1">
            <a:spLocks/>
          </p:cNvSpPr>
          <p:nvPr/>
        </p:nvSpPr>
        <p:spPr>
          <a:xfrm>
            <a:off x="461316" y="1905012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Une alliance complémentaire pour mener à bien tous vos projets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 du projet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ATOUTPROTECT est le système qui va être développé par la société </a:t>
            </a:r>
            <a:r>
              <a:rPr lang="fr-FR" dirty="0" err="1"/>
              <a:t>Jok’R</a:t>
            </a:r>
            <a:endParaRPr lang="fr-FR" dirty="0"/>
          </a:p>
          <a:p>
            <a:r>
              <a:rPr lang="fr-FR" dirty="0"/>
              <a:t>Il s’agit de mettre en place une structure de gestion de licences pour les applications éditées par la société ATOUT S.A.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 « objets » nécessaires: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DLL faisant la liaison entre l’exécutable de l’application </a:t>
            </a:r>
          </a:p>
          <a:p>
            <a:pPr>
              <a:buNone/>
            </a:pPr>
            <a:endParaRPr lang="fr-FR" dirty="0"/>
          </a:p>
          <a:p>
            <a:pPr algn="ctr">
              <a:buNone/>
            </a:pPr>
            <a:r>
              <a:rPr lang="fr-FR" dirty="0"/>
              <a:t>et </a:t>
            </a:r>
          </a:p>
          <a:p>
            <a:pPr>
              <a:buNone/>
            </a:pPr>
            <a:endParaRPr lang="fr-FR" dirty="0"/>
          </a:p>
          <a:p>
            <a:r>
              <a:rPr lang="fr-FR" dirty="0"/>
              <a:t>Le site web qui sera l’interface avec le client et qui lui permettra de pouvoir acheter sa ou ses licences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principales contraintes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système (DLL et site) doit être sécurisé et crypté</a:t>
            </a:r>
          </a:p>
          <a:p>
            <a:r>
              <a:rPr lang="fr-FR" dirty="0"/>
              <a:t>Cela ne doit fonctionner que sous Windows</a:t>
            </a:r>
          </a:p>
          <a:p>
            <a:r>
              <a:rPr lang="fr-FR" dirty="0"/>
              <a:t>Le site doit être compatible avec les derniers navigateurs les plus couramment utilisés (Chrome, </a:t>
            </a:r>
            <a:r>
              <a:rPr lang="fr-FR" dirty="0" err="1"/>
              <a:t>Firefox</a:t>
            </a:r>
            <a:r>
              <a:rPr lang="fr-FR" dirty="0"/>
              <a:t>, </a:t>
            </a:r>
            <a:r>
              <a:rPr lang="fr-FR" dirty="0" err="1"/>
              <a:t>Opera</a:t>
            </a:r>
            <a:r>
              <a:rPr lang="fr-FR" dirty="0"/>
              <a:t>, … IE ? …)</a:t>
            </a:r>
          </a:p>
          <a:p>
            <a:r>
              <a:rPr lang="fr-FR" dirty="0"/>
              <a:t>Inviolabilité du système (</a:t>
            </a:r>
            <a:r>
              <a:rPr lang="fr-FR" dirty="0" err="1"/>
              <a:t>cf</a:t>
            </a:r>
            <a:r>
              <a:rPr lang="fr-FR" dirty="0"/>
              <a:t> plus haut …)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 de fonctionnement</a:t>
            </a:r>
          </a:p>
        </p:txBody>
      </p:sp>
      <p:sp>
        <p:nvSpPr>
          <p:cNvPr id="1026" name="Cloud"/>
          <p:cNvSpPr>
            <a:spLocks noGrp="1" noChangeAspect="1" noEditPoints="1" noChangeArrowheads="1"/>
          </p:cNvSpPr>
          <p:nvPr>
            <p:ph idx="1"/>
          </p:nvPr>
        </p:nvSpPr>
        <p:spPr bwMode="auto">
          <a:xfrm>
            <a:off x="3142735" y="2848063"/>
            <a:ext cx="2936789" cy="1543446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endParaRPr lang="fr-FR" dirty="0"/>
          </a:p>
        </p:txBody>
      </p:sp>
      <p:pic>
        <p:nvPicPr>
          <p:cNvPr id="1028" name="Picture 4" descr="C:\Users\Alex\AppData\Local\Microsoft\Windows\Temporary Internet Files\Content.IE5\N6M6TD2J\computer-8563_960_72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856" y="2457167"/>
            <a:ext cx="2323070" cy="1497896"/>
          </a:xfrm>
          <a:prstGeom prst="rect">
            <a:avLst/>
          </a:prstGeom>
          <a:noFill/>
        </p:spPr>
      </p:pic>
      <p:grpSp>
        <p:nvGrpSpPr>
          <p:cNvPr id="13" name="Groupe 12"/>
          <p:cNvGrpSpPr/>
          <p:nvPr/>
        </p:nvGrpSpPr>
        <p:grpSpPr>
          <a:xfrm>
            <a:off x="6013829" y="5126220"/>
            <a:ext cx="1580249" cy="1731780"/>
            <a:chOff x="5166540" y="5126220"/>
            <a:chExt cx="1580249" cy="1731780"/>
          </a:xfrm>
        </p:grpSpPr>
        <p:pic>
          <p:nvPicPr>
            <p:cNvPr id="1031" name="Picture 7" descr="C:\Users\Alex\AppData\Local\Microsoft\Windows\Temporary Internet Files\Content.IE5\5SF9G3U1\computer-23312_960_720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66540" y="5126220"/>
              <a:ext cx="1580249" cy="1731780"/>
            </a:xfrm>
            <a:prstGeom prst="rect">
              <a:avLst/>
            </a:prstGeom>
            <a:noFill/>
          </p:spPr>
        </p:pic>
        <p:pic>
          <p:nvPicPr>
            <p:cNvPr id="1032" name="Picture 8" descr="C:\Users\Alex\AppData\Local\Microsoft\Windows\Temporary Internet Files\Content.IE5\SATS2NGC\PayPal.svg[1]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9193977">
              <a:off x="5560540" y="6014897"/>
              <a:ext cx="1112109" cy="296273"/>
            </a:xfrm>
            <a:prstGeom prst="rect">
              <a:avLst/>
            </a:prstGeom>
            <a:noFill/>
          </p:spPr>
        </p:pic>
      </p:grpSp>
      <p:pic>
        <p:nvPicPr>
          <p:cNvPr id="1033" name="Picture 9" descr="C:\Users\Alex\AppData\Local\Microsoft\Windows\Temporary Internet Files\Content.IE5\N6M6TD2J\computer-156948_960_720[1]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45642" y="2081683"/>
            <a:ext cx="1985319" cy="2443469"/>
          </a:xfrm>
          <a:prstGeom prst="rect">
            <a:avLst/>
          </a:prstGeom>
          <a:noFill/>
        </p:spPr>
      </p:pic>
      <p:sp>
        <p:nvSpPr>
          <p:cNvPr id="12" name="ZoneTexte 11"/>
          <p:cNvSpPr txBox="1"/>
          <p:nvPr/>
        </p:nvSpPr>
        <p:spPr>
          <a:xfrm>
            <a:off x="263611" y="4003589"/>
            <a:ext cx="2042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CLIENT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61751" y="2405448"/>
            <a:ext cx="527222" cy="4448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exe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362465" y="2537254"/>
            <a:ext cx="683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Payer</a:t>
            </a:r>
          </a:p>
        </p:txBody>
      </p:sp>
      <p:pic>
        <p:nvPicPr>
          <p:cNvPr id="1034" name="Picture 10" descr="C:\Users\Alex\AppData\Local\Microsoft\Windows\Temporary Internet Files\Content.IE5\N6M6TD2J\DLL[1]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61053" y="-1206842"/>
            <a:ext cx="638431" cy="638431"/>
          </a:xfrm>
          <a:prstGeom prst="rect">
            <a:avLst/>
          </a:prstGeom>
          <a:noFill/>
        </p:spPr>
      </p:pic>
      <p:sp>
        <p:nvSpPr>
          <p:cNvPr id="17" name="Flèche droite à entaille 16"/>
          <p:cNvSpPr/>
          <p:nvPr/>
        </p:nvSpPr>
        <p:spPr>
          <a:xfrm>
            <a:off x="-3756392" y="2743805"/>
            <a:ext cx="3649362" cy="56841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2" name="Groupe 21"/>
          <p:cNvGrpSpPr/>
          <p:nvPr/>
        </p:nvGrpSpPr>
        <p:grpSpPr>
          <a:xfrm>
            <a:off x="6308522" y="-2046913"/>
            <a:ext cx="2407639" cy="1862356"/>
            <a:chOff x="6300133" y="2105637"/>
            <a:chExt cx="2407639" cy="1862356"/>
          </a:xfrm>
        </p:grpSpPr>
        <p:grpSp>
          <p:nvGrpSpPr>
            <p:cNvPr id="21" name="Groupe 20"/>
            <p:cNvGrpSpPr/>
            <p:nvPr/>
          </p:nvGrpSpPr>
          <p:grpSpPr>
            <a:xfrm>
              <a:off x="6300133" y="2105637"/>
              <a:ext cx="2390861" cy="469783"/>
              <a:chOff x="6300133" y="2105637"/>
              <a:chExt cx="2390861" cy="469783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6300133" y="2130804"/>
                <a:ext cx="1216404" cy="427838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APACHE</a:t>
                </a: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7759817" y="2105637"/>
                <a:ext cx="931177" cy="469783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PHP</a:t>
                </a: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659149" y="3439486"/>
              <a:ext cx="1048623" cy="52850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MySQL</a:t>
              </a:r>
            </a:p>
          </p:txBody>
        </p:sp>
      </p:grpSp>
      <p:sp>
        <p:nvSpPr>
          <p:cNvPr id="23" name="Flèche courbée vers la droite 22"/>
          <p:cNvSpPr/>
          <p:nvPr/>
        </p:nvSpPr>
        <p:spPr>
          <a:xfrm>
            <a:off x="3338818" y="2944536"/>
            <a:ext cx="3103927" cy="351498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4" name="Flèche courbée vers la droite 23"/>
          <p:cNvSpPr/>
          <p:nvPr/>
        </p:nvSpPr>
        <p:spPr>
          <a:xfrm flipV="1">
            <a:off x="3247938" y="2290192"/>
            <a:ext cx="3152862" cy="365899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5" name="Flèche droite à entaille 24"/>
          <p:cNvSpPr/>
          <p:nvPr/>
        </p:nvSpPr>
        <p:spPr>
          <a:xfrm flipH="1">
            <a:off x="9437615" y="2887817"/>
            <a:ext cx="2407640" cy="56841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0.40643 L 4.72222E-6 3.43974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63 -0.13671 L -0.01336 0.6009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3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6476 0.00601 L 0.79323 -0.0016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9" y="-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2.76891E-6 L -0.00087 0.63868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733 0.0155 L -0.87014 0.0078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6" y="-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7" grpId="0" animBg="1"/>
      <p:bldP spid="23" grpId="0" animBg="1"/>
      <p:bldP spid="24" grpId="0" animBg="1"/>
      <p:bldP spid="24" grpId="1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 questions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  <a:p>
            <a:pPr algn="r">
              <a:buNone/>
            </a:pPr>
            <a:r>
              <a:rPr lang="fr-FR" dirty="0"/>
              <a:t>Merci pour votre attention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134</TotalTime>
  <Words>183</Words>
  <Application>Microsoft Office PowerPoint</Application>
  <PresentationFormat>Affichage à l'écran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Georgia</vt:lpstr>
      <vt:lpstr>Trebuchet MS</vt:lpstr>
      <vt:lpstr>Wingdings</vt:lpstr>
      <vt:lpstr>Wingdings 2</vt:lpstr>
      <vt:lpstr>Urban</vt:lpstr>
      <vt:lpstr>Présentation ATOUTPROTECT</vt:lpstr>
      <vt:lpstr>La société  qui sommes nous ?</vt:lpstr>
      <vt:lpstr>Définition du projet </vt:lpstr>
      <vt:lpstr>2 « objets » nécessaires:</vt:lpstr>
      <vt:lpstr>Les principales contraintes</vt:lpstr>
      <vt:lpstr>Principe de fonctionnement</vt:lpstr>
      <vt:lpstr>Des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</dc:creator>
  <cp:lastModifiedBy>Maxime Alrivie</cp:lastModifiedBy>
  <cp:revision>14</cp:revision>
  <dcterms:created xsi:type="dcterms:W3CDTF">2014-09-16T21:41:14Z</dcterms:created>
  <dcterms:modified xsi:type="dcterms:W3CDTF">2017-12-18T13:35:05Z</dcterms:modified>
</cp:coreProperties>
</file>